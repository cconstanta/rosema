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Rosema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Локальный мессенджер. ИСП-43.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Проблема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Нужно показать состояние сообщения без сервера.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Цель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Клиент: вход, чаты, сообщения, реакции.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Роли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Автор, собеседники, гость. Люди сами не отвечают.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Функции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Список, переписка, меню, темы, контакты.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Демонстрация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Вход rose_01, группа, отправка, правый щелчок.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Устройство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Экран, хранилище браузера, модуль правил.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Качество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14 тестов. Покрытие logic.ts — 88%. Инспекция: 5 из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Итог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К защите готово. Длинные файлы экрана записаны отдельно.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3600" b="1" dirty="0"/>
              <a:t>Спасибо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/>
          <a:lstStyle/>
          <a:p>
            <a:r>
              <a:rPr lang="ru-RU" sz="2400" dirty="0"/>
              <a:t>Готов показать вход, отправку и меню.</a:t>
            </a:r>
          </a:p>
        </p:txBody>
      </p:sp>
    </p:spTree>
  </p:cSld>
  <p:clrMapOvr>
    <a:masterClrMapping/>
  </p:clrMapOvr>
</p:sld>
</file>